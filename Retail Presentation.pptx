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72" r:id="rId6"/>
    <p:sldId id="266" r:id="rId7"/>
    <p:sldId id="269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1B8D89-C03F-4A68-B003-36347F214ED3}" v="5" dt="2026-10-15T02:06:29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kash S" userId="28b9a891b993fcf9" providerId="LiveId" clId="{A7D644F5-50E0-463D-90F8-837EDC7CC6D6}"/>
    <pc:docChg chg="undo custSel delSld modSld sldOrd">
      <pc:chgData name="Prakash S" userId="28b9a891b993fcf9" providerId="LiveId" clId="{A7D644F5-50E0-463D-90F8-837EDC7CC6D6}" dt="2026-10-15T02:06:49.170" v="138" actId="255"/>
      <pc:docMkLst>
        <pc:docMk/>
      </pc:docMkLst>
      <pc:sldChg chg="delSp modSp mod">
        <pc:chgData name="Prakash S" userId="28b9a891b993fcf9" providerId="LiveId" clId="{A7D644F5-50E0-463D-90F8-837EDC7CC6D6}" dt="2026-10-12T12:15:04.327" v="18" actId="1076"/>
        <pc:sldMkLst>
          <pc:docMk/>
          <pc:sldMk cId="0" sldId="256"/>
        </pc:sldMkLst>
        <pc:spChg chg="mod">
          <ac:chgData name="Prakash S" userId="28b9a891b993fcf9" providerId="LiveId" clId="{A7D644F5-50E0-463D-90F8-837EDC7CC6D6}" dt="2026-10-12T12:14:53.345" v="17" actId="1076"/>
          <ac:spMkLst>
            <pc:docMk/>
            <pc:sldMk cId="0" sldId="256"/>
            <ac:spMk id="15" creationId="{797E290A-CC62-F9E9-89C1-36D34076A4BE}"/>
          </ac:spMkLst>
        </pc:spChg>
        <pc:spChg chg="mod">
          <ac:chgData name="Prakash S" userId="28b9a891b993fcf9" providerId="LiveId" clId="{A7D644F5-50E0-463D-90F8-837EDC7CC6D6}" dt="2026-10-12T12:15:04.327" v="18" actId="1076"/>
          <ac:spMkLst>
            <pc:docMk/>
            <pc:sldMk cId="0" sldId="256"/>
            <ac:spMk id="17" creationId="{536B2C8E-28E5-F898-AC49-7D5C118D7988}"/>
          </ac:spMkLst>
        </pc:spChg>
      </pc:sldChg>
      <pc:sldChg chg="modAnim">
        <pc:chgData name="Prakash S" userId="28b9a891b993fcf9" providerId="LiveId" clId="{A7D644F5-50E0-463D-90F8-837EDC7CC6D6}" dt="2026-10-12T12:13:28.263" v="11"/>
        <pc:sldMkLst>
          <pc:docMk/>
          <pc:sldMk cId="0" sldId="257"/>
        </pc:sldMkLst>
      </pc:sldChg>
      <pc:sldChg chg="addSp delSp modSp mod">
        <pc:chgData name="Prakash S" userId="28b9a891b993fcf9" providerId="LiveId" clId="{A7D644F5-50E0-463D-90F8-837EDC7CC6D6}" dt="2026-10-12T12:24:58.319" v="92" actId="14100"/>
        <pc:sldMkLst>
          <pc:docMk/>
          <pc:sldMk cId="0" sldId="258"/>
        </pc:sldMkLst>
        <pc:spChg chg="mod">
          <ac:chgData name="Prakash S" userId="28b9a891b993fcf9" providerId="LiveId" clId="{A7D644F5-50E0-463D-90F8-837EDC7CC6D6}" dt="2026-10-12T12:17:47.118" v="33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Prakash S" userId="28b9a891b993fcf9" providerId="LiveId" clId="{A7D644F5-50E0-463D-90F8-837EDC7CC6D6}" dt="2026-10-12T12:22:19.194" v="74" actId="14100"/>
          <ac:spMkLst>
            <pc:docMk/>
            <pc:sldMk cId="0" sldId="258"/>
            <ac:spMk id="20" creationId="{00000000-0000-0000-0000-000000000000}"/>
          </ac:spMkLst>
        </pc:spChg>
        <pc:spChg chg="mod">
          <ac:chgData name="Prakash S" userId="28b9a891b993fcf9" providerId="LiveId" clId="{A7D644F5-50E0-463D-90F8-837EDC7CC6D6}" dt="2026-10-12T12:22:08.450" v="73" actId="14100"/>
          <ac:spMkLst>
            <pc:docMk/>
            <pc:sldMk cId="0" sldId="258"/>
            <ac:spMk id="21" creationId="{00000000-0000-0000-0000-000000000000}"/>
          </ac:spMkLst>
        </pc:spChg>
        <pc:spChg chg="mod">
          <ac:chgData name="Prakash S" userId="28b9a891b993fcf9" providerId="LiveId" clId="{A7D644F5-50E0-463D-90F8-837EDC7CC6D6}" dt="2026-10-12T12:22:08.450" v="73" actId="14100"/>
          <ac:spMkLst>
            <pc:docMk/>
            <pc:sldMk cId="0" sldId="258"/>
            <ac:spMk id="22" creationId="{00000000-0000-0000-0000-000000000000}"/>
          </ac:spMkLst>
        </pc:spChg>
        <pc:spChg chg="mod">
          <ac:chgData name="Prakash S" userId="28b9a891b993fcf9" providerId="LiveId" clId="{A7D644F5-50E0-463D-90F8-837EDC7CC6D6}" dt="2026-10-12T12:22:08.450" v="73" actId="14100"/>
          <ac:spMkLst>
            <pc:docMk/>
            <pc:sldMk cId="0" sldId="258"/>
            <ac:spMk id="23" creationId="{00000000-0000-0000-0000-000000000000}"/>
          </ac:spMkLst>
        </pc:spChg>
        <pc:spChg chg="mod">
          <ac:chgData name="Prakash S" userId="28b9a891b993fcf9" providerId="LiveId" clId="{A7D644F5-50E0-463D-90F8-837EDC7CC6D6}" dt="2026-10-12T12:24:13.431" v="86" actId="14100"/>
          <ac:spMkLst>
            <pc:docMk/>
            <pc:sldMk cId="0" sldId="258"/>
            <ac:spMk id="24" creationId="{00000000-0000-0000-0000-000000000000}"/>
          </ac:spMkLst>
        </pc:spChg>
        <pc:spChg chg="mod">
          <ac:chgData name="Prakash S" userId="28b9a891b993fcf9" providerId="LiveId" clId="{A7D644F5-50E0-463D-90F8-837EDC7CC6D6}" dt="2026-10-12T12:24:13.431" v="86" actId="14100"/>
          <ac:spMkLst>
            <pc:docMk/>
            <pc:sldMk cId="0" sldId="258"/>
            <ac:spMk id="25" creationId="{00000000-0000-0000-0000-000000000000}"/>
          </ac:spMkLst>
        </pc:spChg>
        <pc:spChg chg="mod">
          <ac:chgData name="Prakash S" userId="28b9a891b993fcf9" providerId="LiveId" clId="{A7D644F5-50E0-463D-90F8-837EDC7CC6D6}" dt="2026-10-12T12:24:13.431" v="86" actId="14100"/>
          <ac:spMkLst>
            <pc:docMk/>
            <pc:sldMk cId="0" sldId="258"/>
            <ac:spMk id="26" creationId="{00000000-0000-0000-0000-000000000000}"/>
          </ac:spMkLst>
        </pc:spChg>
        <pc:spChg chg="mod">
          <ac:chgData name="Prakash S" userId="28b9a891b993fcf9" providerId="LiveId" clId="{A7D644F5-50E0-463D-90F8-837EDC7CC6D6}" dt="2026-10-12T12:24:13.431" v="86" actId="14100"/>
          <ac:spMkLst>
            <pc:docMk/>
            <pc:sldMk cId="0" sldId="258"/>
            <ac:spMk id="27" creationId="{00000000-0000-0000-0000-000000000000}"/>
          </ac:spMkLst>
        </pc:spChg>
        <pc:spChg chg="mod">
          <ac:chgData name="Prakash S" userId="28b9a891b993fcf9" providerId="LiveId" clId="{A7D644F5-50E0-463D-90F8-837EDC7CC6D6}" dt="2026-10-12T12:24:53.074" v="91" actId="14100"/>
          <ac:spMkLst>
            <pc:docMk/>
            <pc:sldMk cId="0" sldId="258"/>
            <ac:spMk id="28" creationId="{00000000-0000-0000-0000-000000000000}"/>
          </ac:spMkLst>
        </pc:spChg>
        <pc:spChg chg="mod">
          <ac:chgData name="Prakash S" userId="28b9a891b993fcf9" providerId="LiveId" clId="{A7D644F5-50E0-463D-90F8-837EDC7CC6D6}" dt="2026-10-12T12:24:38.804" v="89" actId="255"/>
          <ac:spMkLst>
            <pc:docMk/>
            <pc:sldMk cId="0" sldId="258"/>
            <ac:spMk id="29" creationId="{00000000-0000-0000-0000-000000000000}"/>
          </ac:spMkLst>
        </pc:spChg>
        <pc:spChg chg="mod">
          <ac:chgData name="Prakash S" userId="28b9a891b993fcf9" providerId="LiveId" clId="{A7D644F5-50E0-463D-90F8-837EDC7CC6D6}" dt="2026-10-12T12:24:38.804" v="89" actId="255"/>
          <ac:spMkLst>
            <pc:docMk/>
            <pc:sldMk cId="0" sldId="258"/>
            <ac:spMk id="30" creationId="{00000000-0000-0000-0000-000000000000}"/>
          </ac:spMkLst>
        </pc:spChg>
        <pc:spChg chg="mod">
          <ac:chgData name="Prakash S" userId="28b9a891b993fcf9" providerId="LiveId" clId="{A7D644F5-50E0-463D-90F8-837EDC7CC6D6}" dt="2026-10-12T12:24:58.319" v="92" actId="14100"/>
          <ac:spMkLst>
            <pc:docMk/>
            <pc:sldMk cId="0" sldId="258"/>
            <ac:spMk id="31" creationId="{00000000-0000-0000-0000-000000000000}"/>
          </ac:spMkLst>
        </pc:spChg>
        <pc:spChg chg="add mod">
          <ac:chgData name="Prakash S" userId="28b9a891b993fcf9" providerId="LiveId" clId="{A7D644F5-50E0-463D-90F8-837EDC7CC6D6}" dt="2026-10-12T12:18:23.460" v="39" actId="14100"/>
          <ac:spMkLst>
            <pc:docMk/>
            <pc:sldMk cId="0" sldId="258"/>
            <ac:spMk id="38" creationId="{7B40DB2D-62AD-D697-784B-0CCBE5DF5094}"/>
          </ac:spMkLst>
        </pc:spChg>
        <pc:spChg chg="add mod">
          <ac:chgData name="Prakash S" userId="28b9a891b993fcf9" providerId="LiveId" clId="{A7D644F5-50E0-463D-90F8-837EDC7CC6D6}" dt="2026-10-12T12:18:02.610" v="34" actId="255"/>
          <ac:spMkLst>
            <pc:docMk/>
            <pc:sldMk cId="0" sldId="258"/>
            <ac:spMk id="39" creationId="{9A461315-AD65-9E47-9013-F777EC7E4184}"/>
          </ac:spMkLst>
        </pc:spChg>
        <pc:spChg chg="add mod">
          <ac:chgData name="Prakash S" userId="28b9a891b993fcf9" providerId="LiveId" clId="{A7D644F5-50E0-463D-90F8-837EDC7CC6D6}" dt="2026-10-12T12:18:02.610" v="34" actId="255"/>
          <ac:spMkLst>
            <pc:docMk/>
            <pc:sldMk cId="0" sldId="258"/>
            <ac:spMk id="40" creationId="{4996BBA0-47E9-498B-B09B-8716CCBB28D0}"/>
          </ac:spMkLst>
        </pc:spChg>
        <pc:spChg chg="add mod">
          <ac:chgData name="Prakash S" userId="28b9a891b993fcf9" providerId="LiveId" clId="{A7D644F5-50E0-463D-90F8-837EDC7CC6D6}" dt="2026-10-12T12:18:19.013" v="38" actId="14100"/>
          <ac:spMkLst>
            <pc:docMk/>
            <pc:sldMk cId="0" sldId="258"/>
            <ac:spMk id="41" creationId="{D836F3E5-D6A4-E035-7A05-7D912630DB78}"/>
          </ac:spMkLst>
        </pc:spChg>
        <pc:spChg chg="add mod">
          <ac:chgData name="Prakash S" userId="28b9a891b993fcf9" providerId="LiveId" clId="{A7D644F5-50E0-463D-90F8-837EDC7CC6D6}" dt="2026-10-12T12:18:33.970" v="40" actId="571"/>
          <ac:spMkLst>
            <pc:docMk/>
            <pc:sldMk cId="0" sldId="258"/>
            <ac:spMk id="45" creationId="{969C61D4-C849-CB4C-E500-B815B6E0F1F6}"/>
          </ac:spMkLst>
        </pc:spChg>
        <pc:spChg chg="add mod">
          <ac:chgData name="Prakash S" userId="28b9a891b993fcf9" providerId="LiveId" clId="{A7D644F5-50E0-463D-90F8-837EDC7CC6D6}" dt="2026-10-12T12:20:04.705" v="59" actId="14100"/>
          <ac:spMkLst>
            <pc:docMk/>
            <pc:sldMk cId="0" sldId="258"/>
            <ac:spMk id="46" creationId="{B3B30151-DB11-CF82-D211-ABFCC6185612}"/>
          </ac:spMkLst>
        </pc:spChg>
        <pc:spChg chg="add mod">
          <ac:chgData name="Prakash S" userId="28b9a891b993fcf9" providerId="LiveId" clId="{A7D644F5-50E0-463D-90F8-837EDC7CC6D6}" dt="2026-10-12T12:19:47.066" v="55" actId="14100"/>
          <ac:spMkLst>
            <pc:docMk/>
            <pc:sldMk cId="0" sldId="258"/>
            <ac:spMk id="47" creationId="{EEAC0934-7829-6F42-3ECA-047CC014DB14}"/>
          </ac:spMkLst>
        </pc:spChg>
        <pc:spChg chg="add mod">
          <ac:chgData name="Prakash S" userId="28b9a891b993fcf9" providerId="LiveId" clId="{A7D644F5-50E0-463D-90F8-837EDC7CC6D6}" dt="2026-10-12T12:19:47.066" v="55" actId="14100"/>
          <ac:spMkLst>
            <pc:docMk/>
            <pc:sldMk cId="0" sldId="258"/>
            <ac:spMk id="48" creationId="{46FD8267-267B-B3B6-7293-9695D917A5F3}"/>
          </ac:spMkLst>
        </pc:spChg>
        <pc:spChg chg="add mod">
          <ac:chgData name="Prakash S" userId="28b9a891b993fcf9" providerId="LiveId" clId="{A7D644F5-50E0-463D-90F8-837EDC7CC6D6}" dt="2026-10-12T12:19:53.007" v="56" actId="14100"/>
          <ac:spMkLst>
            <pc:docMk/>
            <pc:sldMk cId="0" sldId="258"/>
            <ac:spMk id="49" creationId="{3A40561E-3845-75BE-AF1D-C9005F80673F}"/>
          </ac:spMkLst>
        </pc:spChg>
        <pc:spChg chg="add mod">
          <ac:chgData name="Prakash S" userId="28b9a891b993fcf9" providerId="LiveId" clId="{A7D644F5-50E0-463D-90F8-837EDC7CC6D6}" dt="2026-10-12T12:21:18.483" v="67" actId="1076"/>
          <ac:spMkLst>
            <pc:docMk/>
            <pc:sldMk cId="0" sldId="258"/>
            <ac:spMk id="50" creationId="{3D0CB737-1659-8B55-E5A4-A0F25EA4A659}"/>
          </ac:spMkLst>
        </pc:spChg>
        <pc:spChg chg="add mod">
          <ac:chgData name="Prakash S" userId="28b9a891b993fcf9" providerId="LiveId" clId="{A7D644F5-50E0-463D-90F8-837EDC7CC6D6}" dt="2026-10-12T12:21:18.483" v="67" actId="1076"/>
          <ac:spMkLst>
            <pc:docMk/>
            <pc:sldMk cId="0" sldId="258"/>
            <ac:spMk id="51" creationId="{266F4BD8-3426-9921-58C9-1C4D330A78FE}"/>
          </ac:spMkLst>
        </pc:spChg>
        <pc:spChg chg="add mod">
          <ac:chgData name="Prakash S" userId="28b9a891b993fcf9" providerId="LiveId" clId="{A7D644F5-50E0-463D-90F8-837EDC7CC6D6}" dt="2026-10-12T12:21:18.483" v="67" actId="1076"/>
          <ac:spMkLst>
            <pc:docMk/>
            <pc:sldMk cId="0" sldId="258"/>
            <ac:spMk id="52" creationId="{D4B37FEA-0ECA-FE29-9467-7961A262EAF1}"/>
          </ac:spMkLst>
        </pc:spChg>
        <pc:spChg chg="add mod">
          <ac:chgData name="Prakash S" userId="28b9a891b993fcf9" providerId="LiveId" clId="{A7D644F5-50E0-463D-90F8-837EDC7CC6D6}" dt="2026-10-12T12:21:18.483" v="67" actId="1076"/>
          <ac:spMkLst>
            <pc:docMk/>
            <pc:sldMk cId="0" sldId="258"/>
            <ac:spMk id="53" creationId="{04DBF31C-D3B5-2A6A-939C-83712E10A787}"/>
          </ac:spMkLst>
        </pc:spChg>
      </pc:sldChg>
      <pc:sldChg chg="modAnim">
        <pc:chgData name="Prakash S" userId="28b9a891b993fcf9" providerId="LiveId" clId="{A7D644F5-50E0-463D-90F8-837EDC7CC6D6}" dt="2026-10-12T12:14:34.381" v="14"/>
        <pc:sldMkLst>
          <pc:docMk/>
          <pc:sldMk cId="0" sldId="259"/>
        </pc:sldMkLst>
      </pc:sldChg>
      <pc:sldChg chg="delSp modSp mod">
        <pc:chgData name="Prakash S" userId="28b9a891b993fcf9" providerId="LiveId" clId="{A7D644F5-50E0-463D-90F8-837EDC7CC6D6}" dt="2026-10-13T06:21:35.981" v="109" actId="1076"/>
        <pc:sldMkLst>
          <pc:docMk/>
          <pc:sldMk cId="0" sldId="267"/>
        </pc:sldMkLst>
        <pc:spChg chg="mod">
          <ac:chgData name="Prakash S" userId="28b9a891b993fcf9" providerId="LiveId" clId="{A7D644F5-50E0-463D-90F8-837EDC7CC6D6}" dt="2026-10-13T06:21:35.981" v="109" actId="1076"/>
          <ac:spMkLst>
            <pc:docMk/>
            <pc:sldMk cId="0" sldId="267"/>
            <ac:spMk id="17" creationId="{00000000-0000-0000-0000-000000000000}"/>
          </ac:spMkLst>
        </pc:spChg>
      </pc:sldChg>
      <pc:sldChg chg="addSp delSp modSp mod ord">
        <pc:chgData name="Prakash S" userId="28b9a891b993fcf9" providerId="LiveId" clId="{A7D644F5-50E0-463D-90F8-837EDC7CC6D6}" dt="2026-10-15T02:06:49.170" v="138" actId="255"/>
        <pc:sldMkLst>
          <pc:docMk/>
          <pc:sldMk cId="3991189571" sldId="269"/>
        </pc:sldMkLst>
        <pc:spChg chg="mod">
          <ac:chgData name="Prakash S" userId="28b9a891b993fcf9" providerId="LiveId" clId="{A7D644F5-50E0-463D-90F8-837EDC7CC6D6}" dt="2026-10-15T02:03:17.156" v="119" actId="14100"/>
          <ac:spMkLst>
            <pc:docMk/>
            <pc:sldMk cId="3991189571" sldId="269"/>
            <ac:spMk id="5" creationId="{64B34C17-0DEA-D51C-F2F2-A4895B28BB9E}"/>
          </ac:spMkLst>
        </pc:spChg>
        <pc:spChg chg="add del">
          <ac:chgData name="Prakash S" userId="28b9a891b993fcf9" providerId="LiveId" clId="{A7D644F5-50E0-463D-90F8-837EDC7CC6D6}" dt="2026-10-15T02:03:19.136" v="123" actId="478"/>
          <ac:spMkLst>
            <pc:docMk/>
            <pc:sldMk cId="3991189571" sldId="269"/>
            <ac:spMk id="7" creationId="{4EA6C556-B200-53E2-2C84-A0D857C1384B}"/>
          </ac:spMkLst>
        </pc:spChg>
        <pc:spChg chg="add del">
          <ac:chgData name="Prakash S" userId="28b9a891b993fcf9" providerId="LiveId" clId="{A7D644F5-50E0-463D-90F8-837EDC7CC6D6}" dt="2026-10-15T02:03:18.377" v="122" actId="478"/>
          <ac:spMkLst>
            <pc:docMk/>
            <pc:sldMk cId="3991189571" sldId="269"/>
            <ac:spMk id="15" creationId="{C1E76113-9763-E606-B0EE-8C3DF62D62BA}"/>
          </ac:spMkLst>
        </pc:spChg>
        <pc:spChg chg="mod">
          <ac:chgData name="Prakash S" userId="28b9a891b993fcf9" providerId="LiveId" clId="{A7D644F5-50E0-463D-90F8-837EDC7CC6D6}" dt="2026-10-15T02:05:14.967" v="132" actId="207"/>
          <ac:spMkLst>
            <pc:docMk/>
            <pc:sldMk cId="3991189571" sldId="269"/>
            <ac:spMk id="25" creationId="{B3F96B63-A8FE-DEC4-0832-2A37BC019FD4}"/>
          </ac:spMkLst>
        </pc:spChg>
        <pc:spChg chg="add del mod">
          <ac:chgData name="Prakash S" userId="28b9a891b993fcf9" providerId="LiveId" clId="{A7D644F5-50E0-463D-90F8-837EDC7CC6D6}" dt="2026-10-15T02:06:04.195" v="135" actId="255"/>
          <ac:spMkLst>
            <pc:docMk/>
            <pc:sldMk cId="3991189571" sldId="269"/>
            <ac:spMk id="27" creationId="{432E531A-3725-2586-B954-A6FECE84AE7A}"/>
          </ac:spMkLst>
        </pc:spChg>
        <pc:spChg chg="mod">
          <ac:chgData name="Prakash S" userId="28b9a891b993fcf9" providerId="LiveId" clId="{A7D644F5-50E0-463D-90F8-837EDC7CC6D6}" dt="2026-10-15T02:06:49.170" v="138" actId="255"/>
          <ac:spMkLst>
            <pc:docMk/>
            <pc:sldMk cId="3991189571" sldId="269"/>
            <ac:spMk id="29" creationId="{5AC3B5C3-5BC1-8982-A9A0-D36D16F1C601}"/>
          </ac:spMkLst>
        </pc:spChg>
        <pc:spChg chg="mod">
          <ac:chgData name="Prakash S" userId="28b9a891b993fcf9" providerId="LiveId" clId="{A7D644F5-50E0-463D-90F8-837EDC7CC6D6}" dt="2026-10-15T02:03:17.156" v="119" actId="14100"/>
          <ac:spMkLst>
            <pc:docMk/>
            <pc:sldMk cId="3991189571" sldId="269"/>
            <ac:spMk id="31" creationId="{E8F5DE69-DCBE-C9AB-CCDE-EA862607EEEE}"/>
          </ac:spMkLst>
        </pc:spChg>
        <pc:spChg chg="mod">
          <ac:chgData name="Prakash S" userId="28b9a891b993fcf9" providerId="LiveId" clId="{A7D644F5-50E0-463D-90F8-837EDC7CC6D6}" dt="2026-10-15T02:03:17.156" v="119" actId="14100"/>
          <ac:spMkLst>
            <pc:docMk/>
            <pc:sldMk cId="3991189571" sldId="269"/>
            <ac:spMk id="33" creationId="{81DBA30F-7F13-FD89-7789-BA21C6F70D73}"/>
          </ac:spMkLst>
        </pc:spChg>
        <pc:spChg chg="add del">
          <ac:chgData name="Prakash S" userId="28b9a891b993fcf9" providerId="LiveId" clId="{A7D644F5-50E0-463D-90F8-837EDC7CC6D6}" dt="2026-10-15T02:03:19.136" v="123" actId="478"/>
          <ac:spMkLst>
            <pc:docMk/>
            <pc:sldMk cId="3991189571" sldId="269"/>
            <ac:spMk id="35" creationId="{612FB0D7-A657-557A-5C0B-7BC0EC5CE2EF}"/>
          </ac:spMkLst>
        </pc:spChg>
        <pc:spChg chg="add del">
          <ac:chgData name="Prakash S" userId="28b9a891b993fcf9" providerId="LiveId" clId="{A7D644F5-50E0-463D-90F8-837EDC7CC6D6}" dt="2026-10-15T02:03:19.136" v="123" actId="478"/>
          <ac:spMkLst>
            <pc:docMk/>
            <pc:sldMk cId="3991189571" sldId="269"/>
            <ac:spMk id="37" creationId="{89E64F32-18A3-ECAB-5278-343353B15836}"/>
          </ac:spMkLst>
        </pc:spChg>
        <pc:spChg chg="mod">
          <ac:chgData name="Prakash S" userId="28b9a891b993fcf9" providerId="LiveId" clId="{A7D644F5-50E0-463D-90F8-837EDC7CC6D6}" dt="2026-10-15T02:03:17.962" v="121" actId="20577"/>
          <ac:spMkLst>
            <pc:docMk/>
            <pc:sldMk cId="3991189571" sldId="269"/>
            <ac:spMk id="39" creationId="{DFA4643E-7C7A-ECFD-B10B-3BAAA65957F9}"/>
          </ac:spMkLst>
        </pc:spChg>
      </pc:sldChg>
      <pc:sldChg chg="delSp modSp mod">
        <pc:chgData name="Prakash S" userId="28b9a891b993fcf9" providerId="LiveId" clId="{A7D644F5-50E0-463D-90F8-837EDC7CC6D6}" dt="2026-10-13T06:20:52.238" v="107" actId="478"/>
        <pc:sldMkLst>
          <pc:docMk/>
          <pc:sldMk cId="76078255" sldId="272"/>
        </pc:sldMkLst>
        <pc:spChg chg="mod">
          <ac:chgData name="Prakash S" userId="28b9a891b993fcf9" providerId="LiveId" clId="{A7D644F5-50E0-463D-90F8-837EDC7CC6D6}" dt="2026-10-13T06:20:47.346" v="106" actId="20577"/>
          <ac:spMkLst>
            <pc:docMk/>
            <pc:sldMk cId="76078255" sldId="272"/>
            <ac:spMk id="15" creationId="{189B5A21-A0A4-A1BB-38C6-0CC96A30BDA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366760" y="-685800"/>
            <a:ext cx="4663440" cy="4663440"/>
          </a:xfrm>
          <a:prstGeom prst="ellipse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137160"/>
            <a:ext cx="2926080" cy="2926080"/>
          </a:xfrm>
          <a:prstGeom prst="ellipse">
            <a:avLst/>
          </a:prstGeom>
          <a:solidFill>
            <a:srgbClr val="00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46920" y="640080"/>
            <a:ext cx="1920240" cy="1920240"/>
          </a:xfrm>
          <a:prstGeom prst="ellipse">
            <a:avLst/>
          </a:prstGeom>
          <a:solidFill>
            <a:srgbClr val="1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412480" y="3886200"/>
            <a:ext cx="3108960" cy="109728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5669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 dirty="0">
                <a:solidFill>
                  <a:srgbClr val="00B7A9"/>
                </a:solidFill>
                <a:latin typeface="Aptos"/>
              </a:rPr>
              <a:t>POWER BI • RETAIL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7498079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 dirty="0">
                <a:solidFill>
                  <a:srgbClr val="FFFFFF"/>
                </a:solidFill>
                <a:latin typeface="Aptos"/>
              </a:rPr>
              <a:t>Retail Inventory
Intelligence Dashboard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797E290A-CC62-F9E9-89C1-36D34076A4BE}"/>
              </a:ext>
            </a:extLst>
          </p:cNvPr>
          <p:cNvSpPr/>
          <p:nvPr/>
        </p:nvSpPr>
        <p:spPr>
          <a:xfrm>
            <a:off x="777240" y="4174973"/>
            <a:ext cx="4206240" cy="566928"/>
          </a:xfrm>
          <a:prstGeom prst="roundRect">
            <a:avLst/>
          </a:prstGeom>
          <a:solidFill>
            <a:srgbClr val="00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6B2C8E-28E5-F898-AC49-7D5C118D7988}"/>
              </a:ext>
            </a:extLst>
          </p:cNvPr>
          <p:cNvSpPr txBox="1"/>
          <p:nvPr/>
        </p:nvSpPr>
        <p:spPr>
          <a:xfrm>
            <a:off x="863862" y="4344137"/>
            <a:ext cx="3886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 dirty="0">
                <a:solidFill>
                  <a:srgbClr val="111F3B"/>
                </a:solidFill>
                <a:latin typeface="Aptos"/>
              </a:rPr>
              <a:t>PREETHI WEAR  |  WOMEN'S FASHION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IN" sz="2700" b="1" dirty="0">
                <a:solidFill>
                  <a:srgbClr val="111F3B"/>
                </a:solidFill>
                <a:latin typeface="Aptos"/>
              </a:rPr>
              <a:t>Business Problem Overview</a:t>
            </a:r>
            <a:endParaRPr sz="2700" b="1" i="0" dirty="0">
              <a:solidFill>
                <a:srgbClr val="111F3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78F"/>
                </a:solidFill>
                <a:latin typeface="Aptos"/>
              </a:rPr>
              <a:t>A multi-location retail operation needs one reliable view of stock, sales and movement.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747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73152" cy="1417320"/>
          </a:xfrm>
          <a:prstGeom prst="rect">
            <a:avLst/>
          </a:prstGeom>
          <a:solidFill>
            <a:srgbClr val="00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99339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1F3B"/>
                </a:solidFill>
                <a:latin typeface="Aptos"/>
              </a:rPr>
              <a:t>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95728"/>
            <a:ext cx="3108960" cy="7223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78F"/>
                </a:solidFill>
                <a:latin typeface="Aptos"/>
              </a:rPr>
              <a:t>Preethi Wear — a Tamil Nadu women’s fashion brand with maternity and non-maternity products, online sales and 12 retail locations.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828800"/>
            <a:ext cx="34747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828800"/>
            <a:ext cx="73152" cy="141732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99339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1F3B"/>
                </a:solidFill>
                <a:latin typeface="Aptos"/>
              </a:rPr>
              <a:t>INVENTORY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95728"/>
            <a:ext cx="3108960" cy="7223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78F"/>
                </a:solidFill>
                <a:latin typeface="Aptos"/>
              </a:rPr>
              <a:t>Track stock from receipt through transfers, sales, returns and damage to reduce waste.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828800"/>
            <a:ext cx="34747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828800"/>
            <a:ext cx="73152" cy="1417320"/>
          </a:xfrm>
          <a:prstGeom prst="rect">
            <a:avLst/>
          </a:prstGeom>
          <a:solidFill>
            <a:srgbClr val="FF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99339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1F3B"/>
                </a:solidFill>
                <a:latin typeface="Aptos"/>
              </a:rPr>
              <a:t>STOCK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395728"/>
            <a:ext cx="3108960" cy="7223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78F"/>
                </a:solidFill>
                <a:latin typeface="Aptos"/>
              </a:rPr>
              <a:t>Understand what is available, where it sits and which products need attention.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11F3B"/>
                </a:solidFill>
                <a:latin typeface="Aptos"/>
              </a:rPr>
              <a:t>THE CORE PROBLEMS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87952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187952"/>
            <a:ext cx="73152" cy="132588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435254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1F3B"/>
                </a:solidFill>
                <a:latin typeface="Aptos"/>
              </a:rPr>
              <a:t>Overstocking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754880"/>
            <a:ext cx="3063240" cy="6309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78F"/>
                </a:solidFill>
                <a:latin typeface="Aptos"/>
              </a:rPr>
              <a:t>Storage costs rise and working capital remains tied up in slow-moving products.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187952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4187952"/>
            <a:ext cx="73152" cy="1325880"/>
          </a:xfrm>
          <a:prstGeom prst="rect">
            <a:avLst/>
          </a:prstGeom>
          <a:solidFill>
            <a:srgbClr val="FF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0288" y="435254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1F3B"/>
                </a:solidFill>
                <a:latin typeface="Aptos"/>
              </a:rPr>
              <a:t>Stockouts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754880"/>
            <a:ext cx="3063240" cy="6309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78F"/>
                </a:solidFill>
                <a:latin typeface="Aptos"/>
              </a:rPr>
              <a:t>Unavailable products can mean lost sales and a poor customer experience.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4187952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92440" y="4187952"/>
            <a:ext cx="73152" cy="1325880"/>
          </a:xfrm>
          <a:prstGeom prst="rect">
            <a:avLst/>
          </a:prstGeom>
          <a:solidFill>
            <a:srgbClr val="00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93608" y="435254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1F3B"/>
                </a:solidFill>
                <a:latin typeface="Aptos"/>
              </a:rPr>
              <a:t>Fragmented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754880"/>
            <a:ext cx="3063240" cy="6309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78F"/>
                </a:solidFill>
                <a:latin typeface="Aptos"/>
              </a:rPr>
              <a:t>Disconnected systems hide product movement, demand patterns and store-level risks.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/>
      <p:bldP spid="8" grpId="0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 animBg="1"/>
      <p:bldP spid="23" grpId="0" animBg="1"/>
      <p:bldP spid="24" grpId="0"/>
      <p:bldP spid="25" grpId="0"/>
      <p:bldP spid="26" grpId="0" animBg="1"/>
      <p:bldP spid="27" grpId="0" animBg="1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11F3B"/>
                </a:solidFill>
                <a:latin typeface="Aptos"/>
              </a:rPr>
              <a:t>Built around three years of retail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78F"/>
                </a:solidFill>
                <a:latin typeface="Aptos"/>
              </a:rPr>
              <a:t>Synthetic data generated for Sept 2023–Sept 2026, then processed in Python.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5146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92807"/>
            <a:ext cx="22402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00B7A9"/>
                </a:solidFill>
                <a:latin typeface="Aptos"/>
              </a:rPr>
              <a:t>36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77440"/>
            <a:ext cx="2295144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66778F"/>
                </a:solidFill>
                <a:latin typeface="Aptos"/>
              </a:rPr>
              <a:t>Historical 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83080"/>
            <a:ext cx="25146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892807"/>
            <a:ext cx="22402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6F61"/>
                </a:solidFill>
                <a:latin typeface="Aptos"/>
              </a:rPr>
              <a:t>6,000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377440"/>
            <a:ext cx="2295144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66778F"/>
                </a:solidFill>
                <a:latin typeface="Aptos"/>
              </a:rPr>
              <a:t>Transaction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83080"/>
            <a:ext cx="25146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892807"/>
            <a:ext cx="22402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C247"/>
                </a:solidFill>
                <a:latin typeface="Aptos"/>
              </a:rPr>
              <a:t>350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2377440"/>
            <a:ext cx="2295144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66778F"/>
                </a:solidFill>
                <a:latin typeface="Aptos"/>
              </a:rPr>
              <a:t>Location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783080"/>
            <a:ext cx="25146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1892807"/>
            <a:ext cx="22402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D9B70"/>
                </a:solidFill>
                <a:latin typeface="Aptos"/>
              </a:rPr>
              <a:t>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33688" y="2377440"/>
            <a:ext cx="2295144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66778F"/>
                </a:solidFill>
                <a:latin typeface="Aptos"/>
              </a:rPr>
              <a:t>Products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46120"/>
            <a:ext cx="35204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246120"/>
            <a:ext cx="73152" cy="2011680"/>
          </a:xfrm>
          <a:prstGeom prst="rect">
            <a:avLst/>
          </a:prstGeom>
          <a:solidFill>
            <a:srgbClr val="00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41071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1F3B"/>
                </a:solidFill>
                <a:latin typeface="Aptos"/>
              </a:rPr>
              <a:t>FACT • INVENTORY TRANSACTIONS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813048"/>
            <a:ext cx="3154680" cy="13167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78F"/>
                </a:solidFill>
                <a:latin typeface="Aptos"/>
              </a:rPr>
              <a:t>One row per inventory item, product and date.
Stock in/out • Units sold • Returns • Damage • Closing stock • Sales amount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246120"/>
            <a:ext cx="35204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3246120"/>
            <a:ext cx="73152" cy="201168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44568" y="341071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1F3B"/>
                </a:solidFill>
                <a:latin typeface="Aptos"/>
              </a:rPr>
              <a:t>DIMENSION • LOCATIONS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813048"/>
            <a:ext cx="3154680" cy="13167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78F"/>
                </a:solidFill>
                <a:latin typeface="Aptos"/>
              </a:rPr>
              <a:t>350 records covering 12 locations.
Location ID • Name • Type • City • Channel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3246120"/>
            <a:ext cx="35204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55279" y="3246120"/>
            <a:ext cx="73152" cy="2011680"/>
          </a:xfrm>
          <a:prstGeom prst="rect">
            <a:avLst/>
          </a:prstGeom>
          <a:solidFill>
            <a:srgbClr val="FF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56448" y="341071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1F3B"/>
                </a:solidFill>
                <a:latin typeface="Aptos"/>
              </a:rPr>
              <a:t>DIMENSION • PRODUCTS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813048"/>
            <a:ext cx="3154680" cy="13167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78F"/>
                </a:solidFill>
                <a:latin typeface="Aptos"/>
              </a:rPr>
              <a:t>85 products in the catalog.
Product ID • Category • Subcategory • Size • Color • Season • Supplier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 animBg="1"/>
      <p:bldP spid="19" grpId="0"/>
      <p:bldP spid="20" grpId="0"/>
      <p:bldP spid="21" grpId="0" animBg="1"/>
      <p:bldP spid="22" grpId="0" animBg="1"/>
      <p:bldP spid="23" grpId="0"/>
      <p:bldP spid="24" grpId="0"/>
      <p:bldP spid="25" grpId="0" animBg="1"/>
      <p:bldP spid="26" grpId="0" animBg="1"/>
      <p:bldP spid="27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 dirty="0">
                <a:solidFill>
                  <a:srgbClr val="FFFFFF"/>
                </a:solidFill>
                <a:latin typeface="Aptos"/>
              </a:rPr>
              <a:t>One dashboard. A clearer inventory picture.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7755" y="1769364"/>
            <a:ext cx="274320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6F61"/>
                </a:solidFill>
                <a:latin typeface="Aptos"/>
              </a:rPr>
              <a:t>ANALYTICS SCOPE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027" y="4361688"/>
            <a:ext cx="4747434" cy="996696"/>
          </a:xfrm>
          <a:prstGeom prst="round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Aptos" panose="020B00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7754" y="4471416"/>
            <a:ext cx="75959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B7A9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379" y="4453128"/>
            <a:ext cx="3323204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ptos" panose="020B0004020202020204" pitchFamily="34" charset="0"/>
              </a:rPr>
              <a:t>Inventory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379" y="4745736"/>
            <a:ext cx="3323204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 dirty="0">
                <a:solidFill>
                  <a:srgbClr val="E0EBF8"/>
                </a:solidFill>
                <a:latin typeface="Aptos" panose="020B0004020202020204" pitchFamily="34" charset="0"/>
              </a:rPr>
              <a:t>Overstock and stockout risks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4677" y="4373178"/>
            <a:ext cx="4841895" cy="996696"/>
          </a:xfrm>
          <a:prstGeom prst="round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Aptos" panose="020B00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64405" y="4482906"/>
            <a:ext cx="59492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00B7A9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5029" y="4464618"/>
            <a:ext cx="2602785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FFFFFF"/>
                </a:solidFill>
                <a:latin typeface="Aptos" panose="020B0004020202020204" pitchFamily="34" charset="0"/>
              </a:rPr>
              <a:t>Time series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5029" y="4757226"/>
            <a:ext cx="4036241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 dirty="0">
                <a:solidFill>
                  <a:srgbClr val="E0EBF8"/>
                </a:solidFill>
                <a:latin typeface="Aptos" panose="020B0004020202020204" pitchFamily="34" charset="0"/>
              </a:rPr>
              <a:t>Monthly trends and moving average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99387" y="5679077"/>
            <a:ext cx="4841895" cy="822960"/>
          </a:xfrm>
          <a:prstGeom prst="round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Aptos" panose="020B00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09115" y="5788805"/>
            <a:ext cx="36576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B7A9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9740" y="5770517"/>
            <a:ext cx="160020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FFFFFF"/>
                </a:solidFill>
                <a:latin typeface="Aptos" panose="020B0004020202020204" pitchFamily="34" charset="0"/>
              </a:rPr>
              <a:t>Stock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9739" y="6063125"/>
            <a:ext cx="3918191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 dirty="0">
                <a:solidFill>
                  <a:srgbClr val="E0EBF8"/>
                </a:solidFill>
                <a:latin typeface="Aptos" panose="020B0004020202020204" pitchFamily="34" charset="0"/>
              </a:rPr>
              <a:t>Received to damaged movement</a:t>
            </a:r>
          </a:p>
        </p:txBody>
      </p:sp>
      <p:sp>
        <p:nvSpPr>
          <p:cNvPr id="38" name="Rounded Rectangle 7">
            <a:extLst>
              <a:ext uri="{FF2B5EF4-FFF2-40B4-BE49-F238E27FC236}">
                <a16:creationId xmlns:a16="http://schemas.microsoft.com/office/drawing/2014/main" id="{7B40DB2D-62AD-D697-784B-0CCBE5DF5094}"/>
              </a:ext>
            </a:extLst>
          </p:cNvPr>
          <p:cNvSpPr/>
          <p:nvPr/>
        </p:nvSpPr>
        <p:spPr>
          <a:xfrm>
            <a:off x="438027" y="2418588"/>
            <a:ext cx="3032760" cy="1010412"/>
          </a:xfrm>
          <a:prstGeom prst="round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461315-AD65-9E47-9013-F777EC7E4184}"/>
              </a:ext>
            </a:extLst>
          </p:cNvPr>
          <p:cNvSpPr txBox="1"/>
          <p:nvPr/>
        </p:nvSpPr>
        <p:spPr>
          <a:xfrm>
            <a:off x="547755" y="2528316"/>
            <a:ext cx="36576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00B7A9"/>
                </a:solidFill>
                <a:latin typeface="Aptos"/>
              </a:rPr>
              <a:t>01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96BBA0-47E9-498B-B09B-8716CCBB28D0}"/>
              </a:ext>
            </a:extLst>
          </p:cNvPr>
          <p:cNvSpPr txBox="1"/>
          <p:nvPr/>
        </p:nvSpPr>
        <p:spPr>
          <a:xfrm>
            <a:off x="968379" y="2510028"/>
            <a:ext cx="160020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FFFFFF"/>
                </a:solidFill>
                <a:latin typeface="Aptos"/>
              </a:rPr>
              <a:t>Product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36F3E5-D6A4-E035-7A05-7D912630DB78}"/>
              </a:ext>
            </a:extLst>
          </p:cNvPr>
          <p:cNvSpPr txBox="1"/>
          <p:nvPr/>
        </p:nvSpPr>
        <p:spPr>
          <a:xfrm>
            <a:off x="968379" y="2802636"/>
            <a:ext cx="2413918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 dirty="0">
                <a:solidFill>
                  <a:srgbClr val="E0EBF8"/>
                </a:solidFill>
                <a:latin typeface="Aptos"/>
              </a:rPr>
              <a:t>Fast vs. slow movers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9C61D4-C849-CB4C-E500-B815B6E0F1F6}"/>
              </a:ext>
            </a:extLst>
          </p:cNvPr>
          <p:cNvSpPr txBox="1"/>
          <p:nvPr/>
        </p:nvSpPr>
        <p:spPr>
          <a:xfrm>
            <a:off x="4672682" y="2714293"/>
            <a:ext cx="1600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E0EBF8"/>
                </a:solidFill>
                <a:latin typeface="Aptos"/>
              </a:rPr>
              <a:t>Revenue by category</a:t>
            </a:r>
          </a:p>
        </p:txBody>
      </p:sp>
      <p:sp>
        <p:nvSpPr>
          <p:cNvPr id="46" name="Rounded Rectangle 11">
            <a:extLst>
              <a:ext uri="{FF2B5EF4-FFF2-40B4-BE49-F238E27FC236}">
                <a16:creationId xmlns:a16="http://schemas.microsoft.com/office/drawing/2014/main" id="{B3B30151-DB11-CF82-D211-ABFCC6185612}"/>
              </a:ext>
            </a:extLst>
          </p:cNvPr>
          <p:cNvSpPr/>
          <p:nvPr/>
        </p:nvSpPr>
        <p:spPr>
          <a:xfrm>
            <a:off x="3662811" y="2385502"/>
            <a:ext cx="3323205" cy="996696"/>
          </a:xfrm>
          <a:prstGeom prst="round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Aptos" panose="020B00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AC0934-7829-6F42-3ECA-047CC014DB14}"/>
              </a:ext>
            </a:extLst>
          </p:cNvPr>
          <p:cNvSpPr txBox="1"/>
          <p:nvPr/>
        </p:nvSpPr>
        <p:spPr>
          <a:xfrm>
            <a:off x="3809114" y="2514158"/>
            <a:ext cx="559259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B7A9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FD8267-267B-B3B6-7293-9695D917A5F3}"/>
              </a:ext>
            </a:extLst>
          </p:cNvPr>
          <p:cNvSpPr txBox="1"/>
          <p:nvPr/>
        </p:nvSpPr>
        <p:spPr>
          <a:xfrm>
            <a:off x="4229740" y="2495870"/>
            <a:ext cx="2446758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FFFFFF"/>
                </a:solidFill>
                <a:latin typeface="Aptos" panose="020B0004020202020204" pitchFamily="34" charset="0"/>
              </a:rPr>
              <a:t>Sales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40561E-3845-75BE-AF1D-C9005F80673F}"/>
              </a:ext>
            </a:extLst>
          </p:cNvPr>
          <p:cNvSpPr txBox="1"/>
          <p:nvPr/>
        </p:nvSpPr>
        <p:spPr>
          <a:xfrm>
            <a:off x="4229740" y="2788478"/>
            <a:ext cx="2600828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 dirty="0">
                <a:solidFill>
                  <a:srgbClr val="E0EBF8"/>
                </a:solidFill>
                <a:latin typeface="Aptos" panose="020B0004020202020204" pitchFamily="34" charset="0"/>
              </a:rPr>
              <a:t>Revenue by category</a:t>
            </a:r>
          </a:p>
        </p:txBody>
      </p:sp>
      <p:sp>
        <p:nvSpPr>
          <p:cNvPr id="50" name="Rounded Rectangle 15">
            <a:extLst>
              <a:ext uri="{FF2B5EF4-FFF2-40B4-BE49-F238E27FC236}">
                <a16:creationId xmlns:a16="http://schemas.microsoft.com/office/drawing/2014/main" id="{3D0CB737-1659-8B55-E5A4-A0F25EA4A659}"/>
              </a:ext>
            </a:extLst>
          </p:cNvPr>
          <p:cNvSpPr/>
          <p:nvPr/>
        </p:nvSpPr>
        <p:spPr>
          <a:xfrm>
            <a:off x="7387566" y="2402646"/>
            <a:ext cx="4066482" cy="822960"/>
          </a:xfrm>
          <a:prstGeom prst="round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Aptos" panose="020B00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6F4BD8-3426-9921-58C9-1C4D330A78FE}"/>
              </a:ext>
            </a:extLst>
          </p:cNvPr>
          <p:cNvSpPr txBox="1"/>
          <p:nvPr/>
        </p:nvSpPr>
        <p:spPr>
          <a:xfrm>
            <a:off x="7497294" y="2512374"/>
            <a:ext cx="650637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B7A9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B37FEA-0ECA-FE29-9467-7961A262EAF1}"/>
              </a:ext>
            </a:extLst>
          </p:cNvPr>
          <p:cNvSpPr txBox="1"/>
          <p:nvPr/>
        </p:nvSpPr>
        <p:spPr>
          <a:xfrm>
            <a:off x="7917918" y="2494086"/>
            <a:ext cx="2846538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ptos" panose="020B0004020202020204" pitchFamily="34" charset="0"/>
              </a:rPr>
              <a:t>Geography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DBF31C-D3B5-2A6A-939C-83712E10A787}"/>
              </a:ext>
            </a:extLst>
          </p:cNvPr>
          <p:cNvSpPr txBox="1"/>
          <p:nvPr/>
        </p:nvSpPr>
        <p:spPr>
          <a:xfrm>
            <a:off x="7917918" y="2786694"/>
            <a:ext cx="3478654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 dirty="0">
                <a:solidFill>
                  <a:srgbClr val="E0EBF8"/>
                </a:solidFill>
                <a:latin typeface="Aptos" panose="020B0004020202020204" pitchFamily="34" charset="0"/>
              </a:rPr>
              <a:t>City and store comparisons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49202B-B5F1-A10F-CF7F-4C486F9DA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8D517A7F-3445-86BE-3E26-974F246B432D}"/>
              </a:ext>
            </a:extLst>
          </p:cNvPr>
          <p:cNvSpPr/>
          <p:nvPr/>
        </p:nvSpPr>
        <p:spPr>
          <a:xfrm>
            <a:off x="762000" y="2782192"/>
            <a:ext cx="3429000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664CC404-1502-0F23-B226-9C9A11F6BC96}"/>
              </a:ext>
            </a:extLst>
          </p:cNvPr>
          <p:cNvSpPr/>
          <p:nvPr/>
        </p:nvSpPr>
        <p:spPr>
          <a:xfrm>
            <a:off x="4381500" y="2782192"/>
            <a:ext cx="3429000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22216433-745A-A908-153D-50B6C76E0847}"/>
              </a:ext>
            </a:extLst>
          </p:cNvPr>
          <p:cNvSpPr/>
          <p:nvPr/>
        </p:nvSpPr>
        <p:spPr>
          <a:xfrm>
            <a:off x="8001000" y="2782192"/>
            <a:ext cx="3429000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27482FEB-A4B6-ADCD-252A-A2E7EACDA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6485" y="5781675"/>
            <a:ext cx="142875" cy="1428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89B5A21-A0A4-A1BB-38C6-0CC96A30BDA9}"/>
              </a:ext>
            </a:extLst>
          </p:cNvPr>
          <p:cNvSpPr txBox="1"/>
          <p:nvPr/>
        </p:nvSpPr>
        <p:spPr>
          <a:xfrm>
            <a:off x="762000" y="762000"/>
            <a:ext cx="1781065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0F172A"/>
                </a:solidFill>
                <a:latin typeface="Plus Jakarta Sans"/>
              </a:rPr>
              <a:t>Key Insights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AD6DF3-C4B2-AA50-A548-875779FEBF15}"/>
              </a:ext>
            </a:extLst>
          </p:cNvPr>
          <p:cNvSpPr txBox="1"/>
          <p:nvPr/>
        </p:nvSpPr>
        <p:spPr>
          <a:xfrm>
            <a:off x="1000125" y="3020317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1. Purchasing Patterns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583DD3-2283-B083-A013-3E3EB3AC652F}"/>
              </a:ext>
            </a:extLst>
          </p:cNvPr>
          <p:cNvSpPr txBox="1"/>
          <p:nvPr/>
        </p:nvSpPr>
        <p:spPr>
          <a:xfrm>
            <a:off x="1000125" y="3296542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Investigate gaps between stock received and units sold to optimize holding costs.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05004F-C1CA-D1C8-DFA1-E82656E23688}"/>
              </a:ext>
            </a:extLst>
          </p:cNvPr>
          <p:cNvSpPr txBox="1"/>
          <p:nvPr/>
        </p:nvSpPr>
        <p:spPr>
          <a:xfrm>
            <a:off x="4619625" y="3020317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2. Anomaly Audit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86181B-F373-E40E-7AD9-D9282F33F1F9}"/>
              </a:ext>
            </a:extLst>
          </p:cNvPr>
          <p:cNvSpPr txBox="1"/>
          <p:nvPr/>
        </p:nvSpPr>
        <p:spPr>
          <a:xfrm>
            <a:off x="4619625" y="3296542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Review overstock and negative stock records for operational or logging corrections.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8DD501-DA3A-CD92-787C-AE4FBDD7ED30}"/>
              </a:ext>
            </a:extLst>
          </p:cNvPr>
          <p:cNvSpPr txBox="1"/>
          <p:nvPr/>
        </p:nvSpPr>
        <p:spPr>
          <a:xfrm>
            <a:off x="8239125" y="3020317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3. Replenishment Action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7D2640-BF23-C01C-4E34-BC3026437C5F}"/>
              </a:ext>
            </a:extLst>
          </p:cNvPr>
          <p:cNvSpPr txBox="1"/>
          <p:nvPr/>
        </p:nvSpPr>
        <p:spPr>
          <a:xfrm>
            <a:off x="8239125" y="3296542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Use priority flags alongside supplier lead times for precise inventory reordering.</a:t>
            </a:r>
          </a:p>
        </p:txBody>
      </p:sp>
    </p:spTree>
    <p:extLst>
      <p:ext uri="{BB962C8B-B14F-4D97-AF65-F5344CB8AC3E}">
        <p14:creationId xmlns:p14="http://schemas.microsoft.com/office/powerpoint/2010/main" val="76078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11F3B"/>
                </a:solidFill>
                <a:latin typeface="Aptos"/>
              </a:rPr>
              <a:t>Move from insight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78F"/>
                </a:solidFill>
                <a:latin typeface="Aptos"/>
              </a:rPr>
              <a:t>Prioritize stock correction, demand-aligned purchasing and stronger data controls.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30352" cy="530352"/>
          </a:xfrm>
          <a:prstGeom prst="roundRect">
            <a:avLst/>
          </a:prstGeom>
          <a:solidFill>
            <a:srgbClr val="00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3840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82496"/>
            <a:ext cx="2423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1F3B"/>
                </a:solidFill>
                <a:latin typeface="Aptos"/>
              </a:rPr>
              <a:t>Replenish selectively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673352"/>
            <a:ext cx="7132320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78F"/>
                </a:solidFill>
                <a:latin typeface="Aptos"/>
              </a:rPr>
              <a:t>Order Maternity Lounge Set – S; pause purchasing for identified overstocked SKUs.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32888"/>
            <a:ext cx="530352" cy="530352"/>
          </a:xfrm>
          <a:prstGeom prst="round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688336"/>
            <a:ext cx="3840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523744"/>
            <a:ext cx="2423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1F3B"/>
                </a:solidFill>
                <a:latin typeface="Aptos"/>
              </a:rPr>
              <a:t>Buy to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514600"/>
            <a:ext cx="7132320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78F"/>
                </a:solidFill>
                <a:latin typeface="Aptos"/>
              </a:rPr>
              <a:t>Use three-month moving averages to inform reorder thresholds instead of fixed quantities.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74136"/>
            <a:ext cx="530352" cy="530352"/>
          </a:xfrm>
          <a:prstGeom prst="roundRect">
            <a:avLst/>
          </a:prstGeom>
          <a:solidFill>
            <a:srgbClr val="FF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3529584"/>
            <a:ext cx="3840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364992"/>
            <a:ext cx="2423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1F3B"/>
                </a:solidFill>
                <a:latin typeface="Aptos"/>
              </a:rPr>
              <a:t>Rebalance locations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355848"/>
            <a:ext cx="7132320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78F"/>
                </a:solidFill>
                <a:latin typeface="Aptos"/>
              </a:rPr>
              <a:t>Move surplus stock from Chennai T Nagar / Anna Nagar to stockout-prone stores in Coimbatore and Madurai.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15384"/>
            <a:ext cx="530352" cy="530352"/>
          </a:xfrm>
          <a:prstGeom prst="roundRect">
            <a:avLst/>
          </a:prstGeom>
          <a:solidFill>
            <a:srgbClr val="1D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4370832"/>
            <a:ext cx="3840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206240"/>
            <a:ext cx="2423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1F3B"/>
                </a:solidFill>
                <a:latin typeface="Aptos"/>
              </a:rPr>
              <a:t>Plan seasonally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4197096"/>
            <a:ext cx="7132320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78F"/>
                </a:solidFill>
                <a:latin typeface="Aptos"/>
              </a:rPr>
              <a:t>Prepare safety stock for top performers ahead of the Nov–Jan peak window.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056632"/>
            <a:ext cx="530352" cy="530352"/>
          </a:xfrm>
          <a:prstGeom prst="roundRect">
            <a:avLst/>
          </a:prstGeom>
          <a:solidFill>
            <a:srgbClr val="DC4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5212080"/>
            <a:ext cx="3840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047488"/>
            <a:ext cx="2423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1F3B"/>
                </a:solidFill>
                <a:latin typeface="Aptos"/>
              </a:rPr>
              <a:t>Strengthen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5038344"/>
            <a:ext cx="7132320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778F"/>
                </a:solidFill>
                <a:latin typeface="Aptos"/>
              </a:rPr>
              <a:t>Resolve 26 negative-stock records with timely ERP/POS updates during transfers.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15D55A-C4D8-FD83-A1A0-2AE6AD174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C4B991C-7CA1-AC65-6159-89AACC1AE39B}"/>
              </a:ext>
            </a:extLst>
          </p:cNvPr>
          <p:cNvSpPr/>
          <p:nvPr/>
        </p:nvSpPr>
        <p:spPr>
          <a:xfrm>
            <a:off x="762000" y="5838825"/>
            <a:ext cx="10668000" cy="485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64B34C17-0DEA-D51C-F2F2-A4895B28BB9E}"/>
              </a:ext>
            </a:extLst>
          </p:cNvPr>
          <p:cNvSpPr/>
          <p:nvPr/>
        </p:nvSpPr>
        <p:spPr>
          <a:xfrm>
            <a:off x="762000" y="2639317"/>
            <a:ext cx="3403550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4EA6C556-B200-53E2-2C84-A0D857C1384B}"/>
              </a:ext>
            </a:extLst>
          </p:cNvPr>
          <p:cNvSpPr/>
          <p:nvPr/>
        </p:nvSpPr>
        <p:spPr>
          <a:xfrm>
            <a:off x="4394150" y="2639317"/>
            <a:ext cx="3403550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29178432-CE2A-800B-5C63-E5822F4F2C94}"/>
              </a:ext>
            </a:extLst>
          </p:cNvPr>
          <p:cNvSpPr/>
          <p:nvPr/>
        </p:nvSpPr>
        <p:spPr>
          <a:xfrm>
            <a:off x="8026300" y="2639317"/>
            <a:ext cx="3403550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3CEEBD21-99EC-DE68-5119-2E8D84C5FCAC}"/>
              </a:ext>
            </a:extLst>
          </p:cNvPr>
          <p:cNvSpPr/>
          <p:nvPr/>
        </p:nvSpPr>
        <p:spPr>
          <a:xfrm>
            <a:off x="1038225" y="291554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C1E76113-9763-E606-B0EE-8C3DF62D62BA}"/>
              </a:ext>
            </a:extLst>
          </p:cNvPr>
          <p:cNvSpPr/>
          <p:nvPr/>
        </p:nvSpPr>
        <p:spPr>
          <a:xfrm>
            <a:off x="4670375" y="291554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06375504-63BA-B5AC-7054-2BB74A2A23E2}"/>
              </a:ext>
            </a:extLst>
          </p:cNvPr>
          <p:cNvSpPr/>
          <p:nvPr/>
        </p:nvSpPr>
        <p:spPr>
          <a:xfrm>
            <a:off x="8302525" y="291554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7F3ED2-AD2C-3BF7-ED41-6C482D6DA09C}"/>
              </a:ext>
            </a:extLst>
          </p:cNvPr>
          <p:cNvSpPr txBox="1"/>
          <p:nvPr/>
        </p:nvSpPr>
        <p:spPr>
          <a:xfrm>
            <a:off x="762000" y="762000"/>
            <a:ext cx="5666038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0F172A"/>
                </a:solidFill>
                <a:latin typeface="Plus Jakarta Sans"/>
              </a:rPr>
              <a:t>Data Quality Management &amp;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F96B63-A8FE-DEC4-0832-2A37BC019FD4}"/>
              </a:ext>
            </a:extLst>
          </p:cNvPr>
          <p:cNvSpPr txBox="1"/>
          <p:nvPr/>
        </p:nvSpPr>
        <p:spPr>
          <a:xfrm>
            <a:off x="1038225" y="3410842"/>
            <a:ext cx="29463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0" u="none" dirty="0" err="1">
                <a:latin typeface="Plus Jakarta Sans"/>
              </a:rPr>
              <a:t>DataType</a:t>
            </a:r>
            <a:r>
              <a:rPr sz="1200" b="0" i="0" u="none" dirty="0">
                <a:latin typeface="Plus Jakarta Sans"/>
              </a:rPr>
              <a:t> </a:t>
            </a:r>
            <a:r>
              <a:rPr lang="en-IN" sz="1200" dirty="0">
                <a:latin typeface="Plus Jakarta Sans"/>
              </a:rPr>
              <a:t>, date formatting, missing values, duplicate records, numerical ranges, and key fields.</a:t>
            </a:r>
            <a:endParaRPr sz="1200" b="0" i="0" u="none" dirty="0">
              <a:latin typeface="Plus Jakarta San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2E531A-3725-2586-B954-A6FECE84AE7A}"/>
              </a:ext>
            </a:extLst>
          </p:cNvPr>
          <p:cNvSpPr txBox="1"/>
          <p:nvPr/>
        </p:nvSpPr>
        <p:spPr>
          <a:xfrm>
            <a:off x="4670375" y="3410842"/>
            <a:ext cx="294635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200" dirty="0">
                <a:latin typeface="Plus Jakarta Sans"/>
              </a:rPr>
              <a:t>stock calculations followed the expected inventory movement rules. I also reviewed negative stock records and other unusual values.</a:t>
            </a:r>
            <a:endParaRPr sz="1200"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C3B5C3-5BC1-8982-A9A0-D36D16F1C601}"/>
              </a:ext>
            </a:extLst>
          </p:cNvPr>
          <p:cNvSpPr txBox="1"/>
          <p:nvPr/>
        </p:nvSpPr>
        <p:spPr>
          <a:xfrm>
            <a:off x="8302525" y="3410842"/>
            <a:ext cx="29463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200" dirty="0">
                <a:latin typeface="Plus Jakarta Sans"/>
              </a:rPr>
              <a:t>table relationships, filter propagation, measure calculations, and the handling of historical stock records.</a:t>
            </a:r>
            <a:endParaRPr sz="1200"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F5DE69-DCBE-C9AB-CCDE-EA862607EEEE}"/>
              </a:ext>
            </a:extLst>
          </p:cNvPr>
          <p:cNvSpPr txBox="1"/>
          <p:nvPr/>
        </p:nvSpPr>
        <p:spPr>
          <a:xfrm>
            <a:off x="895350" y="2994659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Plus Jakarta Sans"/>
              </a:rPr>
              <a:t>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DBA30F-7F13-FD89-7789-BA21C6F70D73}"/>
              </a:ext>
            </a:extLst>
          </p:cNvPr>
          <p:cNvSpPr txBox="1"/>
          <p:nvPr/>
        </p:nvSpPr>
        <p:spPr>
          <a:xfrm>
            <a:off x="1495425" y="2977455"/>
            <a:ext cx="1662707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Python Checks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2FB0D7-A657-557A-5C0B-7BC0EC5CE2EF}"/>
              </a:ext>
            </a:extLst>
          </p:cNvPr>
          <p:cNvSpPr txBox="1"/>
          <p:nvPr/>
        </p:nvSpPr>
        <p:spPr>
          <a:xfrm>
            <a:off x="4527500" y="291554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Plus Jakarta Sans"/>
              </a:rPr>
              <a:t>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E64F32-18A3-ECAB-5278-343353B15836}"/>
              </a:ext>
            </a:extLst>
          </p:cNvPr>
          <p:cNvSpPr txBox="1"/>
          <p:nvPr/>
        </p:nvSpPr>
        <p:spPr>
          <a:xfrm>
            <a:off x="5127575" y="2977455"/>
            <a:ext cx="1600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Business Rules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A4643E-7C7A-ECFD-B10B-3BAAA65957F9}"/>
              </a:ext>
            </a:extLst>
          </p:cNvPr>
          <p:cNvSpPr txBox="1"/>
          <p:nvPr/>
        </p:nvSpPr>
        <p:spPr>
          <a:xfrm>
            <a:off x="8159650" y="291554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200" b="1" i="0" u="none" dirty="0">
                <a:solidFill>
                  <a:srgbClr val="0284C7"/>
                </a:solidFill>
                <a:latin typeface="Plus Jakarta Sans"/>
              </a:rPr>
              <a:t>C</a:t>
            </a:r>
            <a:endParaRPr sz="1200" b="1" i="0" u="none" dirty="0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CA6044-2F29-A49E-6500-DA464D2FFA19}"/>
              </a:ext>
            </a:extLst>
          </p:cNvPr>
          <p:cNvSpPr txBox="1"/>
          <p:nvPr/>
        </p:nvSpPr>
        <p:spPr>
          <a:xfrm>
            <a:off x="8759725" y="2977455"/>
            <a:ext cx="212526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Power BI Validation</a:t>
            </a:r>
          </a:p>
        </p:txBody>
      </p:sp>
    </p:spTree>
    <p:extLst>
      <p:ext uri="{BB962C8B-B14F-4D97-AF65-F5344CB8AC3E}">
        <p14:creationId xmlns:p14="http://schemas.microsoft.com/office/powerpoint/2010/main" val="3991189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4903347" y="2718128"/>
            <a:ext cx="4572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 dirty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3846</TotalTime>
  <Words>527</Words>
  <Application>Microsoft Office PowerPoint</Application>
  <PresentationFormat>Widescreen</PresentationFormat>
  <Paragraphs>90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Prakash S</dc:creator>
  <cp:keywords/>
  <dc:description>generated using python-pptx</dc:description>
  <cp:lastModifiedBy>Prakash S</cp:lastModifiedBy>
  <cp:revision>3</cp:revision>
  <dcterms:created xsi:type="dcterms:W3CDTF">2013-01-27T09:14:16Z</dcterms:created>
  <dcterms:modified xsi:type="dcterms:W3CDTF">2026-10-15T02:06:53Z</dcterms:modified>
  <cp:category/>
</cp:coreProperties>
</file>